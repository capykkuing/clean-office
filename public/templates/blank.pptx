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ko-KR"/>
    </a:defPPr>
    <a:lvl1pPr marL="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77A39B-C212-FBB8-C526-2B4006A16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B7AEBD-451C-2F08-19A5-F7CC78B56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D30984-8196-25A9-88FE-EFBE378AA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2854C1-5E45-2F5F-CE2B-ED8A7065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539DB0-5575-FA7C-70E0-4D0BBFD1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69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BCF0A-0705-4F36-ADC3-D74CD778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10467-BD83-B71D-AF3B-EDF1E0FEA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522AB-9845-7CB2-D0D5-97A411E1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43EC3-7FE2-F01F-AB49-A860F959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39B7B0-A314-16B1-E26E-B44CA3BE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42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4599E-6FAC-80E4-18FF-4FC9690C7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7BD0CA-F69A-F902-B09C-90AEB0DD9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77A32-A9B4-88A9-0EBC-6985B4D6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B69FE6-C50D-4655-D4FD-28C15137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FF0264-2C1D-4C02-44AB-7C465CC3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8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38DFDB-012A-9872-943E-6B3857E4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E0396E-9814-3C0A-EF26-3EE36651A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BB7E4C-D4AD-B43B-1593-6F2B3110D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416A5F-000B-5B7A-F021-338B5E418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C7C839-87CA-85FA-31DB-D49946BEA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68BF83-3ACD-40A3-C118-C79CB3FB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08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E4C9D-A239-73B1-A0C0-0A1A816B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F839D8-0469-C0AF-71D9-639CDB935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515D18-C0DC-34DF-C92A-0A81A947D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DAC2BC-3CF3-205B-3A4A-E5DD3013A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521690-F700-D8D5-F68E-335685E4C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7141CDB-2B67-F096-9621-E85DFE50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C33A4F-3C79-9E99-244A-8FB8E3CD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C77164-11C2-ADEC-3B1E-130361C9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717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0D6D4-99CD-0149-3316-257A618F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19A668-6B60-B56C-2235-0C91E8FD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37BA01-C4A7-DB64-0E2E-2AB1CBC35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5F8BF8-86C5-EF58-7A36-D6561844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96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07A799-C14E-24F6-590F-A70E64A3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A402763-0A39-9915-0ECE-7D766E07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460BD1-5FA4-2822-5246-1DCCCE91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61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2AECC-4D16-5FAB-98DB-A81573BB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A5983-17D3-448C-26E8-338C13D4D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6A4C6F-6A91-55B8-6E03-BF42B8F7F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482BBF-AF84-0395-E4BC-27C81E2E7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EB89A0-BB0A-B36C-35DE-4C3FCE1B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F9FF83-3627-756C-4D3B-B4EA1DCB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57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E7576-2A88-0FAD-0A75-3602200C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107E49-A926-CC77-2E27-7CA90E4C4AD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F7F9E8-A5A4-96FF-0AFB-2F92B2F85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1727D2-42ED-9AA4-A36A-6721A260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CA991C-D326-7668-11B1-8F3B6735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AEE9FF-4FAA-8CF1-68C1-707D57E3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13AF5-FCF8-B05B-4B45-E9888EA2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422556-259F-0D4C-60FC-5F03E8F2D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B176F4-D3C9-A231-B7E6-4CF51252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8BD211-966D-DF04-A96D-1E892413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48891D-6E5A-34ED-1594-F8DB1D93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24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3B32AF-BD72-7DA9-3745-C62071D1B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600EC-026E-9292-BB97-C8B1171B9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DFB2F-D618-7F03-0471-BD087D62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4B7BF-DAD3-0837-A662-AFB5B7B2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29D5D-1487-AB64-6F9A-31F28474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848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2C752-6CFD-EE0C-A7B9-CACD11A30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58D596-ACB7-D9C5-6F96-5CA6B333F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5DD1D7-2997-2592-E90A-3399C458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1BF83A-0AA4-5A88-3989-CDF9A9B3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33F13E-5EF2-126D-FC23-EAD246686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59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8C9230-F639-6D5F-7856-180CBBCF8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7F48D0-7C45-870C-A692-76694E33A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EC1E6B-7B08-2629-4783-FDBB685E7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745F3-C1EC-47B6-B1A5-C8BCF404076D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3C3C0D-1092-4A5D-3E4C-2C328A33C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D4D1F-ECA1-7C82-32B5-103949CB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D4565-B20E-447B-AF77-90BEB33583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6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6ACE7-7439-541D-E41E-C92AEF92A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새 프레젠테이션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1D40F8-9C6B-1CD1-4749-CAFFCD10F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부제목을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186309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8C899-A8D3-9AFE-8563-BDB7DB74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슬라이드 제목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59B1FC-37C7-BEC1-7FDA-361306FCF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첫 번째 내용</a:t>
            </a:r>
          </a:p>
          <a:p>
            <a:r>
              <a:rPr lang="ko-KR" altLang="en-US"/>
              <a:t>두 번째 내용</a:t>
            </a:r>
          </a:p>
        </p:txBody>
      </p:sp>
    </p:spTree>
    <p:extLst>
      <p:ext uri="{BB962C8B-B14F-4D97-AF65-F5344CB8AC3E}">
        <p14:creationId xmlns:p14="http://schemas.microsoft.com/office/powerpoint/2010/main" val="122316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화면 슬라이드 쇼(16:9)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새 프레젠테이션</vt:lpstr>
      <vt:lpstr>슬라이드 제목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Clean Office</dc:creator>
  <cp:lastModifiedBy>Clean Office</cp:lastModifiedBy>
  <cp:revision>1</cp:revision>
  <dcterms:created xsi:type="dcterms:W3CDTF">2026-10-27T03:27:46Z</dcterms:created>
  <dcterms:modified xsi:type="dcterms:W3CDTF">2026-10-27T03:27:46Z</dcterms:modified>
</cp:coreProperties>
</file>